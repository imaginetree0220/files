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项目成果演示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Achievement Presentation 2024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2743200" cy="36576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2024年5月  |  成果汇报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810512"/>
            <a:ext cx="1371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2724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主要成就与突破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2633472"/>
            <a:ext cx="1371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数据展示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547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关键指标与进展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456432"/>
            <a:ext cx="1371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团队贡献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团队协作与努力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4279392"/>
            <a:ext cx="137160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项目概述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global digital transformation advancing, enterprises have increasing demand for efficient supply chain management systems.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company launched the intelligent supply chain platform project in 2023, aiming to improve operational efficiency and reduce costs through technological innovation.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实现采购流程自动化率提升至85%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缩短订单处理时间50%以上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降低库存周转天数至7天以内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建立智能化数据分析体系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840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项目周期: 12个月  |  参与部门: 8个  |  核心团队: 24人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核心成果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1691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73152" cy="169164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43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 Procurement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Successfully launched AI-powered intelligent procurement recommendation engine, achieving automatic supplier screening and smart price comparison.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931920" cy="1691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005840"/>
            <a:ext cx="73152" cy="169164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43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Supply Chain Visibility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Built full-chain supply chain tracking platform with end-to-end visual monitoring from procurement to final delivery.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3931920" cy="1691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80360"/>
            <a:ext cx="73152" cy="169164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Analytics Platform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Deployed real-time data dashboard integrating 8 business systems for accurate analysis and forecasting.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880360"/>
            <a:ext cx="3931920" cy="1691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2880360"/>
            <a:ext cx="73152" cy="169164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 Logistics Solution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Implemented eco-friendly packaging and optimized delivery routes, reducing carbon emissions by approximately 1,200 tons annually.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数据展示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01168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采购流程自动化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1051560"/>
            <a:ext cx="201168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74320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订单处理时间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1051560"/>
            <a:ext cx="201168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7天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库存周转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较之前缩短65%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1051560"/>
            <a:ext cx="201168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188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7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1200吨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7132320" y="2011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碳减排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2377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年度环保贡献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8046720" cy="1691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年度对比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657600"/>
          <a:ext cx="7498080" cy="10058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011680"/>
              </a:tblGrid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2024年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F3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采购效率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+89%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处理时效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18小时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7小时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+61%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客户满意度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82分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96分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0A0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+17%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73152" cy="4572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团队贡献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核心团队架构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1463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14630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战略规划与资源协调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技术开发组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77440" y="21031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1031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系统设计与开发实现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39319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业务运营组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7744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2743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流程优化与培训支持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377440" y="3383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00400" y="3383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测试验证与质量把控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005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突出贡献者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1463040"/>
            <a:ext cx="39319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0600" y="155448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1755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技术开发组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49440" y="1600200"/>
            <a:ext cx="1463040" cy="27432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600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技术创新奖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103120"/>
            <a:ext cx="39319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0600" y="219456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王芳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3957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业务运营组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49440" y="2240280"/>
            <a:ext cx="1463040" cy="27432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最佳协作奖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743200"/>
            <a:ext cx="39319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Shape 35"/>
          <p:cNvSpPr/>
          <p:nvPr/>
        </p:nvSpPr>
        <p:spPr>
          <a:xfrm>
            <a:off x="4800600" y="283464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2788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张强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3035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9440" y="2880360"/>
            <a:ext cx="1463040" cy="27432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2" name="Text 40"/>
          <p:cNvSpPr/>
          <p:nvPr/>
        </p:nvSpPr>
        <p:spPr>
          <a:xfrm>
            <a:off x="694944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卓越领导奖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383280"/>
            <a:ext cx="393192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4" name="Shape 42"/>
          <p:cNvSpPr/>
          <p:nvPr/>
        </p:nvSpPr>
        <p:spPr>
          <a:xfrm>
            <a:off x="4800600" y="3474720"/>
            <a:ext cx="365760" cy="36576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0" y="3429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陈静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303520" y="36758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质量保障组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49440" y="3520440"/>
            <a:ext cx="1463040" cy="27432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9" name="Text 47"/>
          <p:cNvSpPr/>
          <p:nvPr/>
        </p:nvSpPr>
        <p:spPr>
          <a:xfrm>
            <a:off x="6949440" y="35204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质量先锋奖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51" name="Text 49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 is the foundation of project success. Every member's contribution deserves recognition and praise.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74320" cy="27432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65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92024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Intelligent supply chain platform fully operational, covering procurement, production, and logistics.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74320" cy="27432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68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business metrics achieved targets, with automation rate and efficiency far exceeding industry average.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9260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experience consolidated into reusable methodology for future digital transformation projects.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0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93192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Expand international supply chain management capability with multi-language and multi-currency support.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Deepen AI application scenarios by introducing intelligent risk early warning functionality.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 |  THANK YOU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项目成果演示</dc:title>
  <dc:subject>Project Achievement Presentation 2024</dc:subject>
  <dc:creator>成果汇报团队</dc:creator>
  <cp:lastModifiedBy>成果汇报团队</cp:lastModifiedBy>
  <cp:revision>1</cp:revision>
  <dcterms:created xsi:type="dcterms:W3CDTF">2026-05-19T02:12:15Z</dcterms:created>
  <dcterms:modified xsi:type="dcterms:W3CDTF">2026-05-19T02:12:15Z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{"Label":"AIGC","ContentProducer":"Minimax Agent AI","ProduceID":"00000000000000000000000000000000","ReservedCode1":"30440220273bd17de821cf05629cf3bc7f9df32583a925bf6b110a984c0feb69436376f1022018f2121af2acbb1c35b3baa9c4f3b732b296640696d607f31b5ca8735e93e180","ContentPropagator":"Minimax Agent AI","PropagateID":"00000000000000000000000000000000","ReservedCode2":"30440220339b1691a481649dbf14cfcb70c2538252ea6218453a34a0be05a1fa7e53f24a022027ac2b63a88ccee0c51eb7e4150290ff407ab45b0eb8deed8bd004bd59eaf734"}</vt:lpwstr>
  </property>
</Properties>
</file>